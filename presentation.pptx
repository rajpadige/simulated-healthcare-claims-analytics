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18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Healthcare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|  Utilization  |  Quality  |  AI Predictions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44622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</a:rPr>
              <a:t>10,000 Members  •  Synthetic Dataset  • 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4462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Ritvik Raj Padige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4F7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02920" cy="10972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10,000-member claims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4F7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02920" cy="10972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PMPM, plan comparisons, cost concentration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4F7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6301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inpatient, pharmacy patterns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4F7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502920" cy="10972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0515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1612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HEDIS indicators, readmissions, quality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4F7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502920" cy="10972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2860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957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Models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788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cost model, high-cost classifier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1B4F7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502920" cy="10972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52044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6301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 and ROI opportunities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Simulated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$75.1M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Spend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PMPM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280160"/>
          </a:xfrm>
          <a:prstGeom prst="rect">
            <a:avLst/>
          </a:prstGeom>
          <a:solidFill>
            <a:srgbClr val="1B4F7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Conditions Modeled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1325880" cy="6400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9992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Simulation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3090672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737360" y="2971800"/>
            <a:ext cx="1325880" cy="6400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37360" y="29992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Cost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3090672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2971800"/>
            <a:ext cx="1325880" cy="6400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29992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090672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1325880" cy="6400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9992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3090672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1325880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29992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52360" y="3090672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2971800"/>
            <a:ext cx="1325880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0" y="2999232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Type Mix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1920240" cy="5029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HMO  30%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68880" y="4160520"/>
            <a:ext cx="1920240" cy="50292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6888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 35%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4160520"/>
            <a:ext cx="192024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HDHP  25%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0" y="4160520"/>
            <a:ext cx="1920240" cy="5029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 10%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members drive 42% of total spend  •  PPO PMPM $738 vs HDHP $551  •  Chronic burden 3x cost multiplier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ANALYSIS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ER: 193/1,000 members (above 150 benchmark)  •  IP: 98/1,000  •  Avg 7.8 Rx fills/year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&amp; screening gaps represent the highest-ROI quality improvement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PREDICTIVE MODELING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663440"/>
            <a:ext cx="2743200" cy="4572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6817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Prediction (GBM): MAE: $5,501 | R²: 0.041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54680" y="4663440"/>
            <a:ext cx="274320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54680" y="46817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Classifier: AUC-ROC: 0.616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4663440"/>
            <a:ext cx="27432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35040" y="46817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Chronic count, ER visits, Rx fills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3152" cy="118872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97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44475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 classifier to identify top 10-15% high-cost members for proactive care management enrollment.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73152" cy="118872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4231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Mgmt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77063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programs for diabetes, HTN, COPD. 3+ condition members drive 3x avg cost.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7490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Avoidable 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409651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at 193/1,000 is above benchmark. Telehealth and nurse triage can reduce by 15-25%.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73152" cy="1188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10972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Quality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144475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A1c &amp; mammography below HEDIS targets. Automated outreach and provider incentives can close gaps in 1-2 years.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331720"/>
            <a:ext cx="73152" cy="1188720"/>
          </a:xfrm>
          <a:prstGeom prst="rect">
            <a:avLst/>
          </a:prstGeom>
          <a:solidFill>
            <a:srgbClr val="C04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4231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Transition-of-Care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77063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Post-discharge follow-up within 7 days for high-risk members reduces readmissions by 15-25%.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73152" cy="1188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7490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09651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clinical + SDOH data to improve model AUC from 0.62 toward 0.80+.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Analytics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Healthcare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82880" cy="18288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concentration and chronic burden are the primary drivers of healthcare spend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53512"/>
            <a:ext cx="182880" cy="18288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gaps in diabetic monitoring and screening present clear intervention targets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182880" cy="18288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3192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achieve meaningful risk discrimination for care management prioritization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182880" cy="182880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7124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analytics can unlock $3-5M+ in avoided annual expenditure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Healthcare Claims Analytics  |  2025  |  Ritvik Raj Padige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On-screen Show (16:9)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Simulated Healthcare Claims Analytics</dc:title>
  <dc:subject>PptxGenJS Presentation</dc:subject>
  <dc:creator>Healthcare Analytics</dc:creator>
  <cp:lastModifiedBy>Ritvik Raj Padige</cp:lastModifiedBy>
  <cp:revision>2</cp:revision>
  <dcterms:created xsi:type="dcterms:W3CDTF">2026-02-25T21:53:18Z</dcterms:created>
  <dcterms:modified xsi:type="dcterms:W3CDTF">2026-02-25T22:55:18Z</dcterms:modified>
</cp:coreProperties>
</file>